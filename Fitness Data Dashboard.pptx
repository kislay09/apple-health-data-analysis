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EC81728-0008-4D74-8AD2-B8BEA178AEE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Fitness Data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35B9B4D-2B9B-4555-829F-CCF906DE57D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8/25/24 7:02:00 PM EDT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D6A79B3A-902A-4309-BC45-03190B50E0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33375"/>
            <a:ext cx="11430000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2024-08-25T23:02:00Z</dcterms:created>
  <dcterms:modified xsi:type="dcterms:W3CDTF">2024-08-25T23:02:00Z</dcterms:modified>
</cp:coreProperties>
</file>